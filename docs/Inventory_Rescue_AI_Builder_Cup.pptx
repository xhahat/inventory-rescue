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Fantastic Four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Ashish Kumar Singh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starting with supply-chain and operations teams of mid-size to large FMCG / D2C brands across JAPAC; the engine is product-agnostic.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rule baselines.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on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on Vertex AI, Cloud Run, Firebase Hosting, Firestore, Cloud SQL.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(3D landing)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Firebase Hosting CDN, /api rewritten to Cloud Run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· alerts · audit log · activity journal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11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029968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596896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163824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 journal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JSONL file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3730752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+ Cloud Run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355080" y="429768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Recharts, three.js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Firebase Hosting (CDN), /api rewritten to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 or Vertex AI;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Storage, Firestore (activity journal)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rule baselines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(162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production sizing)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Firestore journal + Firebase Hosting (free tier at this volume)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n_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56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24256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Opens on a 3D warehouse: what is at risk, in one line.</a:t>
            </a:r>
          </a:p>
        </p:txBody>
      </p:sp>
      <p:pic>
        <p:nvPicPr>
          <p:cNvPr id="138" name="Picture 137" descr="crop_1_n_mes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520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71520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Read a message: Gemini quotes the line it used; you say yes or no.</a:t>
            </a:r>
          </a:p>
        </p:txBody>
      </p:sp>
      <p:pic>
        <p:nvPicPr>
          <p:cNvPr id="140" name="Picture 139" descr="crop_2_n_cho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784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18784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Type a budget; choose how to buy and how much to keep aside.</a:t>
            </a:r>
          </a:p>
        </p:txBody>
      </p:sp>
      <p:pic>
        <p:nvPicPr>
          <p:cNvPr id="142" name="Picture 141" descr="crop_3_n_resu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256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24256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 plain to-do list: what to buy, by when, and the saving.</a:t>
            </a:r>
          </a:p>
        </p:txBody>
      </p:sp>
      <p:pic>
        <p:nvPicPr>
          <p:cNvPr id="144" name="Picture 143" descr="crop_4_n_a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1520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71520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5. Ask in your own words; Gemini answers from checked numbers.</a:t>
            </a:r>
          </a:p>
        </p:txBody>
      </p:sp>
      <p:pic>
        <p:nvPicPr>
          <p:cNvPr id="146" name="Picture 145" descr="crop_5_n_advanc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8784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18784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6. Advanced view: every number in the plan, with its evidence.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Simple view is the default: a short 3D landing page, then three big buttons. Charts, robustness tests and scenarios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162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today on Cloud Run, Cloud SQL, Firestore and Firebase Hosting; next: HA and per-tenant data.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Beyond FMCG: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pharma and cosmetics as-is; electronics, fashion and spare parts with expiry switched off.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(3.5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https://inventory-rescue-511705.web.app  ·  Firebase Hosting + Cloud Run (asia-south1)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