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26.44</c:v>
                </c:pt>
                <c:pt idx="1">
                  <c:v>28.03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₹3.9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₹1.9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₹0.8–1.0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10-model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on Vertex AI,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on Vertex AI (or any OpenAI-compatible model)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OpenAI-compatible gateway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on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PostgreSQL 16 (Docker)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Docker, deploy script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 (Gemini) or OpenAI SDK;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2.5 Flash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PostgreSQL 16 in Docker;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10-model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(151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2.5 Flash on Vertex AI: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₹1.7–4.1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12–40×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gna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516483"/>
            <a:ext cx="4160520" cy="83087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Inbox: extracted events with verbatim evidence, confirmed by the operator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90.2%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151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₹3.9 lakh / ₹1.9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₹0.8–1.0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(21.9% vs 24.2% on 15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4–8 s each (gpt-5.4-mini)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the same evaluations on Gemini;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Which LLM? The same evaluations on 10 models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868680"/>
                <a:gridCol w="868680"/>
                <a:gridCol w="1234440"/>
                <a:gridCol w="1234440"/>
                <a:gridCol w="1143000"/>
                <a:gridCol w="960120"/>
              </a:tblGrid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Model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F1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Messages correct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Signal value kept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Forecast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Text-only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checked (first try)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median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gpt-5.4-mini (default)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0.968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(23.1%)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21.9% (24.2%)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3.9 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claudesonnet4.5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1.000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19.0%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30.4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gpt-5.1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11.9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20.1%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qwen3.6-27b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claudeopus5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12.3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gpt-5.6-luna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20.3%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14.8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gpt-5.3-chat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0/6 (0)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–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beats the statistical forecast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(by 2.3–4.9 pp on text-only series); extraction is near saturated (38–40 of 40 messages). gpt-5.4-mini is the default because it is 2–8× faster; a stronger model could run the overnight forecast batch.</a:t>
            </a:r>
          </a:p>
          <a:p>
            <a:pPr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value kept: share of the gold-signal plan gain kept by plans built from the model's signals (found and fixed an end-date bug: −17% → 100%). gpt-5.3-chat's gateway rejects tool calls. Gemini on Vertex AI is next; it is not on our test gateway.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