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(no local 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(158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m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207866"/>
            <a:ext cx="4160520" cy="144810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(default): three big buttons, the plan in plain words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158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Which LLM? The same evaluations on 11 models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868680"/>
                <a:gridCol w="868680"/>
                <a:gridCol w="1234440"/>
                <a:gridCol w="1234440"/>
                <a:gridCol w="1143000"/>
                <a:gridCol w="960120"/>
              </a:tblGrid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Model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F1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Messages correct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Signal value kept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Forecast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Text-only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checked (first try)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median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gemini-3.5-flash-lite (default)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22.2% (23.9%)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4.0 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claudesonnet4.5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1.000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19.0%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30.4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gpt-5.1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11.9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20.1%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qwen3.6-27b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claudeopus5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12.3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gpt-5.6-luna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20.3%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14.8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gpt-5.3-chat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0/6 (0)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–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gpt-5.4-mini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(23.1%)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21.9% (24.2%)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3.9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beats the statistical forecast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(by 1.7–4.9 pp on text-only series); extraction is near saturated (38–40 of 40 messages). gemini-3.5-flash-lite (Gemini API) is the default: as fast as the quickest model and 6 / 6 assistant answers checked; a stronger model could run the overnight forecasts.</a:t>
            </a:r>
          </a:p>
          <a:p>
            <a:pPr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value kept: share of the gold-signal plan gain kept by plans built from the model's signals (found and fixed an end-date bug: −17% → 100%). gpt-5.3-chat's gateway rejects tool calls. Larger Gemini models need a paid key (free tier: 20 requests a day).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