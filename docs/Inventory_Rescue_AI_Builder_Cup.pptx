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[Your 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supply-chain and operations teams of mid-size to large FMCG / D2C brands across JAPAC.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11-model comparison.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for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API, Cloud Run, Cloud SQL, Cloud Storage.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served by the same Cloud Run service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 JSON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(job table) · alerts · audit log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1488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8346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5204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 &amp; secrets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Vite, .env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Secret Manager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42062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(gcloud CLI)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Built into the API image, served by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11-model comparison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(157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as deploy.sh sets it up)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(Gemini API):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prototype: the Simple view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s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93" y="1115568"/>
            <a:ext cx="1771512" cy="30632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4233672"/>
            <a:ext cx="19888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 Three big buttons. Nothing else to learn.</a:t>
            </a:r>
          </a:p>
        </p:txBody>
      </p:sp>
      <p:sp>
        <p:nvSpPr>
          <p:cNvPr id="138" name="Right Arrow 137"/>
          <p:cNvSpPr/>
          <p:nvPr/>
        </p:nvSpPr>
        <p:spPr>
          <a:xfrm>
            <a:off x="2336292" y="2574036"/>
            <a:ext cx="128016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pic>
        <p:nvPicPr>
          <p:cNvPr id="139" name="Picture 138" descr="crop_1_s_pl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93" y="1115568"/>
            <a:ext cx="1771512" cy="30632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0" name="TextBox 139"/>
          <p:cNvSpPr txBox="1"/>
          <p:nvPr/>
        </p:nvSpPr>
        <p:spPr>
          <a:xfrm>
            <a:off x="2491740" y="4233672"/>
            <a:ext cx="19888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 Type a budget; choose how to buy and how much to keep aside.</a:t>
            </a:r>
          </a:p>
        </p:txBody>
      </p:sp>
      <p:sp>
        <p:nvSpPr>
          <p:cNvPr id="141" name="Right Arrow 140"/>
          <p:cNvSpPr/>
          <p:nvPr/>
        </p:nvSpPr>
        <p:spPr>
          <a:xfrm>
            <a:off x="4507992" y="2574036"/>
            <a:ext cx="128016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pic>
        <p:nvPicPr>
          <p:cNvPr id="142" name="Picture 141" descr="crop_2_s_pl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2093" y="1115568"/>
            <a:ext cx="1771512" cy="30632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233672"/>
            <a:ext cx="19888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 A plain to-do list: what to buy, by when, and why.</a:t>
            </a:r>
          </a:p>
        </p:txBody>
      </p:sp>
      <p:sp>
        <p:nvSpPr>
          <p:cNvPr id="144" name="Right Arrow 143"/>
          <p:cNvSpPr/>
          <p:nvPr/>
        </p:nvSpPr>
        <p:spPr>
          <a:xfrm>
            <a:off x="6679692" y="2574036"/>
            <a:ext cx="128016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pic>
        <p:nvPicPr>
          <p:cNvPr id="145" name="Picture 144" descr="crop_3_s_a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3793" y="1115568"/>
            <a:ext cx="1771512" cy="30632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6" name="TextBox 145"/>
          <p:cNvSpPr txBox="1"/>
          <p:nvPr/>
        </p:nvSpPr>
        <p:spPr>
          <a:xfrm>
            <a:off x="6835140" y="4233672"/>
            <a:ext cx="19888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 Ask in your own words; Gemini answers from checked numbers.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Default screen for first-time users. Charts, robustness tests and every number behind the plan stay one click away in the Advanced 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157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 live on Cloud Run + Cloud SQL (scripted in deploy.sh).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deployed URL]  ·  runs locally at http://localhost:5173 (see README)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Gemini in the loop: what gemini-3.5-flash-lite adds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331720"/>
                <a:gridCol w="1828800"/>
                <a:gridCol w="2103120"/>
              </a:tblGrid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Task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 Gemini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Without the LLM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Guardrail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Read inbox messages into signals (40 labelled: email, WhatsApp, Hindi)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F1 0.97; 95% of messages fully correct; 0 invented events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Keyword rules: F1 0.65; 57.5% correct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Evidence quote must appear verbatim; SKU, date and quantity checked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Use those signals in a ₹10 lakh plan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 of the perfect-information gain (actual month and 40 worlds)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Hand-labelled signals = 100%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 person confirms each signal before it is used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Tune event effects in the forecast (25 SKUs, 1,050 points)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21.5%; P10–P90 coverage 76%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23.0% / 75%; seasonal naive 24.1%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75/75 outputs passed validation; else statistical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Events known only from text (16 series)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22.2%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23.9%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validators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Planning assistant with tool calls (6 questions)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answers number-checked (5 first try); median 4.0 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Labelled summary of the tool results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Every number must come from a tool result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160520"/>
            <a:ext cx="850392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gemini-3.5-flash-lite: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fast (median assistant answer 4.0 s, tool calls included), every output passes the validators, and it fits the AI Studio free tier (15 requests a minute). Every call is logged with its status; a failed check falls back to a labelled non-LLM result.</a:t>
            </a:r>
          </a:p>
          <a:p>
            <a:pPr>
              <a:spcAft>
                <a:spcPts val="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larger Gemini models (gemini-3.8-flash) on a billing-enabled key; the free tier allows 20 requests a day and one evaluation run needs about 130. Small sets: 40 messages, 75 forecasts, 6 questions, so gaps under about 0.5 pp WAPE are noise.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