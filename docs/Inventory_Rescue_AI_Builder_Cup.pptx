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1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30-day total loss (₹ thousand, lower is better)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Rule baseline</c:v>
                </c:pt>
              </c:strCache>
            </c:strRef>
          </c:tx>
          <c:spPr>
            <a:solidFill>
              <a:srgbClr val="9AA0A6"/>
            </a:solidFill>
          </c:spPr>
          <c:cat>
            <c:strRef>
              <c:f>Sheet1!$A$2:$A$7</c:f>
              <c:strCache>
                <c:ptCount val="6"/>
                <c:pt idx="0">
                  <c:v>Base (₹50k)</c:v>
                </c:pt>
                <c:pt idx="1">
                  <c:v>Demand −20%</c:v>
                </c:pt>
                <c:pt idx="2">
                  <c:v>+5-day delay</c:v>
                </c:pt>
                <c:pt idx="3">
                  <c:v>SUP-04 +7 d</c:v>
                </c:pt>
                <c:pt idx="4">
                  <c:v>SKU-019 ×2</c:v>
                </c:pt>
                <c:pt idx="5">
                  <c:v>Budget ₹30k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140.3</c:v>
                </c:pt>
                <c:pt idx="1">
                  <c:v>95.9</c:v>
                </c:pt>
                <c:pt idx="2">
                  <c:v>152.4</c:v>
                </c:pt>
                <c:pt idx="3">
                  <c:v>150.7</c:v>
                </c:pt>
                <c:pt idx="4">
                  <c:v>224.4</c:v>
                </c:pt>
                <c:pt idx="5">
                  <c:v>153.1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Recommended plan</c:v>
                </c:pt>
              </c:strCache>
            </c:strRef>
          </c:tx>
          <c:spPr>
            <a:solidFill>
              <a:srgbClr val="1A73E8"/>
            </a:solidFill>
          </c:spPr>
          <c:cat>
            <c:strRef>
              <c:f>Sheet1!$A$2:$A$7</c:f>
              <c:strCache>
                <c:ptCount val="6"/>
                <c:pt idx="0">
                  <c:v>Base (₹50k)</c:v>
                </c:pt>
                <c:pt idx="1">
                  <c:v>Demand −20%</c:v>
                </c:pt>
                <c:pt idx="2">
                  <c:v>+5-day delay</c:v>
                </c:pt>
                <c:pt idx="3">
                  <c:v>SUP-04 +7 d</c:v>
                </c:pt>
                <c:pt idx="4">
                  <c:v>SKU-019 ×2</c:v>
                </c:pt>
                <c:pt idx="5">
                  <c:v>Budget ₹30k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108.0</c:v>
                </c:pt>
                <c:pt idx="1">
                  <c:v>65.0</c:v>
                </c:pt>
                <c:pt idx="2">
                  <c:v>131.5</c:v>
                </c:pt>
                <c:pt idx="3">
                  <c:v>118.3</c:v>
                </c:pt>
                <c:pt idx="4">
                  <c:v>192.1</c:v>
                </c:pt>
                <c:pt idx="5">
                  <c:v>134.8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00">
                  <a:latin typeface="Google Sans Flex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50">
                <a:latin typeface="Google Sans Flex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0.0"/>
        </c:scaling>
        <c:delete val="0"/>
        <c:axPos val="l"/>
        <c:majorGridlines>
          <c:spPr>
            <a:ln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Google Sans Flex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[Your team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[Team leader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3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Small food &amp; nutrition brands lose margin to stockouts and expired stock because supplier delays and demand spikes arrive as unstructured messages, and limited cash forces hard buy / expedite / discount trade-offs.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5669280" y="3017520"/>
            <a:ext cx="32918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15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Rescue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320040" y="114300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00" b="0" i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“With ₹50,000 available today, what should I buy, expedite, discount or defer, and why?”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2004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05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problem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Small D2C food &amp; nutrition brands (30–300 SKUs, one warehouse) plan on spreadsheets, email and WhatsApp.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delays, influencer-driven spikes and expiring lots arrive as unstructured messages.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 is tight, so hero SKUs stock out while slow movers expire and get written off.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20040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32841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 solution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 AI agent that reads those messages, re-forecasts the affected SKUs and builds a cash-constrained recovery plan.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LLM handles language and forecasting; a deterministic simulator and optimiser decide quantities.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operator confirms signals, reviews cited reasons and exports POs and markdowns.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080759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080759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08775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outcome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ranked action list within budget: buy, expedite, mark down or defer.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Each action shows cash, loss avoided and the records behind it.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data: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23% lower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simulated 30-day loss than a rule-based reorder baseline at ₹50k; expiry write-off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−78%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0040" y="4572000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Target users: founders and operations managers of small FMCG / D2C brands across JAPAC.  All values are simulated on seeded data and will be validated in pilots.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32004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4805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is it different from existing ideas?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apps / ERPs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track stock but use static reorder points and stated lead times, and ignore supplier or campaign messages.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Enterprise demand planners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are powerful but costly and data-hungry for a 30-SKU brand.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Generic AI chatbots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give advice without arithmetic and can invent numbers.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pairs LLM understanding with budget-aware optimisation and a built-in proof of value.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20040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0040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2841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will it solve the problem?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Turns messages into typed events with verbatim evidence; a human confirms.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Event-aware p10/p50/p90 forecasts, checked against a seasonal-naive benchmark.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reliability (on-time rate, P80 delay) sets effective lead times and safety stock.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Simulates 30 days per SKU and picks the best action mix under one cash budget, then explains and exports it.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80759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6080759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08775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cash budget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across buy, expedite, markdown and defer.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Trust by design: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proposes, code validates; no invented numbers; fallbacks are labelled.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Proof built in: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scorecard vs baseline, sensitivity, what-if scenarios and backtest.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Cloud-ready: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adapters map 1:1 to Vertex AI, Cloud SQL, BigQuery and Cloud Storage.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20040" y="438912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now:</a:t>
            </a:r>
            <a:r>
              <a:rPr sz="9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LLMs can finally read messy supplier and campaign messages well enough, when wrapped in validation, to feed real planning maths that small brands could never afford before.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88720"/>
            <a:ext cx="205740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320040" y="1188720"/>
            <a:ext cx="2057400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29768" y="137160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95528" y="1344168"/>
            <a:ext cx="153619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11479" y="1792224"/>
            <a:ext cx="1892807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9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Paste or upload supplier/campaign messages. The LLM extracts delays, spikes, drops and expiry risk with verbatim quotes; confirm or reject.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468880" y="1188720"/>
            <a:ext cx="205740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2468880" y="1188720"/>
            <a:ext cx="2057400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578608" y="137160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944368" y="1344168"/>
            <a:ext cx="153619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Event-aware forecasts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560320" y="1792224"/>
            <a:ext cx="1892807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9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30-day p10/p50/p90 per SKU with drivers, validated against seasonal-naive and confirmed events; labelled fallback.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617720" y="1188720"/>
            <a:ext cx="205740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617720" y="1188720"/>
            <a:ext cx="2057400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4727448" y="137160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93208" y="1344168"/>
            <a:ext cx="153619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intelligence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709159" y="1792224"/>
            <a:ext cx="1892807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9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On-time rate, fill rate and P80 delay from receipts give effective lead time and dynamic safety stock.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766560" y="1188720"/>
            <a:ext cx="205740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6766560" y="1188720"/>
            <a:ext cx="2057400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876288" y="137160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42048" y="1344168"/>
            <a:ext cx="153619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Budgeted recovery planner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858000" y="1792224"/>
            <a:ext cx="1892807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9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 / expedite / markdown / defer candidates per SKU; exact knapsack picks the best set under the cash budget.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320040" y="2971800"/>
            <a:ext cx="205740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320040" y="2971800"/>
            <a:ext cx="2057400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429768" y="3154680"/>
            <a:ext cx="310896" cy="310896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" y="3127248"/>
            <a:ext cx="153619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Value scorecard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11479" y="3575304"/>
            <a:ext cx="1892807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9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vs rule-based baseline on the same demand path: lost margin, expiry, markdown, expedite, cash.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468880" y="2971800"/>
            <a:ext cx="205740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2468880" y="2971800"/>
            <a:ext cx="2057400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578608" y="315468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944368" y="3127248"/>
            <a:ext cx="153619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Grounded explanations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560320" y="3575304"/>
            <a:ext cx="1892807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9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Narrative may only cite numbers and record IDs present in the plan; one repair retry, then a template.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617720" y="2971800"/>
            <a:ext cx="205740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4617720" y="2971800"/>
            <a:ext cx="2057400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4727448" y="3154680"/>
            <a:ext cx="310896" cy="310896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093208" y="3127248"/>
            <a:ext cx="153619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What-if &amp; backtest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709159" y="3575304"/>
            <a:ext cx="1892807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9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Plain-English scenarios become a typed spec and an adapted plan; sensitivity tests and 14-day forecast backtest.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766560" y="2971800"/>
            <a:ext cx="2057400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6766560" y="2971800"/>
            <a:ext cx="2057400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876288" y="3154680"/>
            <a:ext cx="310896" cy="310896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242048" y="3127248"/>
            <a:ext cx="153619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Alerts, approve &amp; export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858000" y="3575304"/>
            <a:ext cx="1892807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9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Stockout, expiry, overstock and supplier alerts; approve a plan to export PO and markdown CSVs.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20040" y="4754880"/>
            <a:ext cx="8503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Blue = generative AI · Green = deterministic engine · Orange = operator workflow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2004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2700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Ingest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Messages, sales CSV, POs, lots, receipts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004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Size limits; a CSV is rejected if any row is invalid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141274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559052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LLM: delay · spike · drop · expiry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59052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Schema, known SKUs and verbatim-quote checks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2651760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798064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review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 or reject each event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98064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Only confirmed events change forecasts</a:t>
            </a:r>
          </a:p>
        </p:txBody>
      </p:sp>
      <p:sp>
        <p:nvSpPr>
          <p:cNvPr id="104" name="Right Arrow 103"/>
          <p:cNvSpPr/>
          <p:nvPr/>
        </p:nvSpPr>
        <p:spPr>
          <a:xfrm>
            <a:off x="3890772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4037075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LLM: p10/p50/p90 × 30 days per SKU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37075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Bounds vs history and event reflection; else seasonal-naive</a:t>
            </a:r>
          </a:p>
        </p:txBody>
      </p:sp>
      <p:sp>
        <p:nvSpPr>
          <p:cNvPr id="107" name="Right Arrow 106"/>
          <p:cNvSpPr/>
          <p:nvPr/>
        </p:nvSpPr>
        <p:spPr>
          <a:xfrm>
            <a:off x="5129783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276088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1270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 &amp; optimise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Candidate actions → knapsack under budget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76088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Deterministic; the LLM never sets quantities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6368796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651510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Explain &amp; score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Cited narrative; scorecard vs baseline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1510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Numbers and IDs must exist in the plan JSON</a:t>
            </a:r>
          </a:p>
        </p:txBody>
      </p:sp>
      <p:sp>
        <p:nvSpPr>
          <p:cNvPr id="113" name="Right Arrow 112"/>
          <p:cNvSpPr/>
          <p:nvPr/>
        </p:nvSpPr>
        <p:spPr>
          <a:xfrm>
            <a:off x="760780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754111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 and markdown CSVs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754111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Every LLM call is logged with an input hash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04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(validated)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46888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 w="9525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1576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engine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61772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86460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in the loop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6656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01344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 ingestion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20040" y="3611880"/>
            <a:ext cx="8503920" cy="5486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↻  Continuous sensing: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a new message or sales CSV → alerts recomputed → affected SKUs re-forecast in the background → forecast freshness shown → re-plan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20040" y="4251960"/>
            <a:ext cx="8503920" cy="59436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What-if branch: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“SUP-04 delays 7 more days” → LLM parses to a typed ScenarioSpec (bounds checked) → current plan vs adapted plan, both scored in the scenario world against the baseline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32004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2004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79" y="1508760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 ₹ [50,000]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691639" y="1508760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1147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57250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Loss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30301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Savings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74878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Risk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11479" y="2240280"/>
            <a:ext cx="178308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this plan  ✓ LLM (validated)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6344" y="2487168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466344" y="2606039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466344" y="2724911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466344" y="2843784"/>
            <a:ext cx="139903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11479" y="308152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Ranked actions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11479" y="3337560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960119" y="3291840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463039" y="3337560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411479" y="3511296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960119" y="3465576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463039" y="3511296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411479" y="3685032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960119" y="3639312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markdown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463039" y="3685032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411479" y="3858768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960119" y="3813048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5F6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defer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463039" y="3858768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1280160" y="403250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 CSVs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2004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Decide &amp; approve</a:t>
            </a:r>
          </a:p>
        </p:txBody>
      </p:sp>
      <p:sp>
        <p:nvSpPr>
          <p:cNvPr id="132" name="Right Arrow 131"/>
          <p:cNvSpPr/>
          <p:nvPr/>
        </p:nvSpPr>
        <p:spPr>
          <a:xfrm>
            <a:off x="231343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249905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249905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5904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delay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0476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spike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35048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expiry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590495" y="1764792"/>
            <a:ext cx="178308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9AA0A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Paste supplier / campaign message…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590495" y="2423160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2590495" y="2715768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EV-2  Demand spike ×3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“…expect roughly 3x demand…”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636215" y="3127248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139135" y="3127248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590495" y="3429000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EV-1  Supplier delay +9 d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“…will be delayed by 9 days.”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636215" y="3840480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139135" y="384048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9905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Capture signals</a:t>
            </a:r>
          </a:p>
        </p:txBody>
      </p:sp>
      <p:sp>
        <p:nvSpPr>
          <p:cNvPr id="147" name="Right Arrow 146"/>
          <p:cNvSpPr/>
          <p:nvPr/>
        </p:nvSpPr>
        <p:spPr>
          <a:xfrm>
            <a:off x="4492447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467807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467807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769510" y="1508760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SKU-019 · Peanut Butter 1kg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769510" y="1737360"/>
            <a:ext cx="178308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5875019" y="1920240"/>
            <a:ext cx="534924" cy="777240"/>
          </a:xfrm>
          <a:prstGeom prst="roundRect">
            <a:avLst>
              <a:gd name="adj" fmla="val 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4842662" y="2468880"/>
            <a:ext cx="91440" cy="27432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025542" y="2331720"/>
            <a:ext cx="91440" cy="41148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5208422" y="2514600"/>
            <a:ext cx="91440" cy="2286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391302" y="2286000"/>
            <a:ext cx="91440" cy="4572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574182" y="2423160"/>
            <a:ext cx="91440" cy="32004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5757062" y="2377440"/>
            <a:ext cx="91440" cy="36576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839358" y="1755648"/>
            <a:ext cx="7132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5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band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769510" y="289864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drivers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769510" y="3118104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4769510" y="3227832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769510" y="3337560"/>
            <a:ext cx="13258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4769510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Lots &amp; expiry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688482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metrics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67807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Inspect a SKU</a:t>
            </a:r>
          </a:p>
        </p:txBody>
      </p:sp>
      <p:sp>
        <p:nvSpPr>
          <p:cNvPr id="167" name="Right Arrow 166"/>
          <p:cNvSpPr/>
          <p:nvPr/>
        </p:nvSpPr>
        <p:spPr>
          <a:xfrm>
            <a:off x="667146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85708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685708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948525" y="1508760"/>
            <a:ext cx="1325880" cy="182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 if SUP-04 delays 7 days?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832012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948525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Current plan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867497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Adapted plan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6948525" y="2331720"/>
            <a:ext cx="178308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Scorecard vs baseline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7222845" y="2606039"/>
            <a:ext cx="411480" cy="640080"/>
          </a:xfrm>
          <a:prstGeom prst="roundRect">
            <a:avLst>
              <a:gd name="adj" fmla="val 3000"/>
            </a:avLst>
          </a:prstGeom>
          <a:solidFill>
            <a:srgbClr val="F2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7954365" y="2807208"/>
            <a:ext cx="411480" cy="438912"/>
          </a:xfrm>
          <a:prstGeom prst="roundRect">
            <a:avLst>
              <a:gd name="adj" fmla="val 3000"/>
            </a:avLst>
          </a:prstGeom>
          <a:solidFill>
            <a:srgbClr val="81C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948525" y="3410712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Sensitivity · Backtest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6948525" y="3639312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6948525" y="3758184"/>
            <a:ext cx="150876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6948525" y="3877056"/>
            <a:ext cx="123444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7954365" y="4032504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 backtest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708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Stress-test value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Ops manager / founder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browser</a:t>
            </a:r>
          </a:p>
        </p:txBody>
      </p:sp>
      <p:sp>
        <p:nvSpPr>
          <p:cNvPr id="113" name="Down Arrow 112"/>
          <p:cNvSpPr/>
          <p:nvPr/>
        </p:nvSpPr>
        <p:spPr>
          <a:xfrm>
            <a:off x="941832" y="1801368"/>
            <a:ext cx="182880" cy="256032"/>
          </a:xfrm>
          <a:prstGeom prst="down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103120"/>
            <a:ext cx="141732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React + TypeScript SPA</a:t>
            </a:r>
          </a:p>
          <a:p>
            <a:pPr algn="ctr">
              <a:spcAft>
                <a:spcPts val="6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Vite · Recharts</a:t>
            </a:r>
          </a:p>
          <a:p>
            <a:pPr marL="155448" indent="-137160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  <a:p>
            <a:pPr marL="155448" indent="-137160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  <a:p>
            <a:pPr marL="155448" indent="-137160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  <a:p>
            <a:pPr marL="155448" indent="-137160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  <a:p>
            <a:pPr>
              <a:spcAft>
                <a:spcPts val="200"/>
              </a:spcAft>
            </a:pPr>
            <a:r>
              <a:rPr sz="4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GCP: Cloud Run / Firebase Hosting</a:t>
            </a:r>
          </a:p>
        </p:txBody>
      </p:sp>
      <p:sp>
        <p:nvSpPr>
          <p:cNvPr id="115" name="Left-Right Arrow 114"/>
          <p:cNvSpPr/>
          <p:nvPr/>
        </p:nvSpPr>
        <p:spPr>
          <a:xfrm>
            <a:off x="1755648" y="3291840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700784" y="34747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REST JSON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011680" y="1188720"/>
            <a:ext cx="4069080" cy="3657600"/>
          </a:xfrm>
          <a:prstGeom prst="roundRect">
            <a:avLst>
              <a:gd name="adj" fmla="val 3000"/>
            </a:avLst>
          </a:prstGeom>
          <a:solidFill>
            <a:srgbClr val="F8F9FA"/>
          </a:solidFill>
          <a:ln w="9525">
            <a:solidFill>
              <a:srgbClr val="9AA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103120" y="1216152"/>
            <a:ext cx="3886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backend (Python 3.12)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 ·   GCP: Cloud Run + Secret Manager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03120" y="1481328"/>
            <a:ext cx="3886200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API routes · background jobs (job table) · alerts · audit log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03120" y="1828800"/>
            <a:ext cx="3886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decision engine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103120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Supply metrics &amp; safety stock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410711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Simulator (30 days, FEFO lots)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718304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Planner (multi-choice knapsack)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103120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Value scorecard &amp; baseline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410711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Scenarios &amp; sensitivity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18304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Backtest (WAPE)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103120" y="3044952"/>
            <a:ext cx="3886200" cy="1709928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176272" y="3072384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layer: LLM gateway</a:t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JSON task runner: schema validation · repair retry · input-hash cache · concurrency limit · untrusted text delimited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176272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extraction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verbatim evidence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069079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Demand forecast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vs seasonal-naive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176272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parsing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typed spec, bounds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069079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explanation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new numbers</a:t>
            </a:r>
          </a:p>
        </p:txBody>
      </p:sp>
      <p:sp>
        <p:nvSpPr>
          <p:cNvPr id="133" name="Left-Right Arrow 132"/>
          <p:cNvSpPr/>
          <p:nvPr/>
        </p:nvSpPr>
        <p:spPr>
          <a:xfrm>
            <a:off x="6099048" y="2990088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55080" y="118872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Adapters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(local  ➜  Google Cloud)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355080" y="14630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LiteLLM · gpt-5.4-mini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on Vertex AI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355080" y="21488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Operational DB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PostgreSQL 16 (Docker)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SQL for PostgreSQL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355080" y="28346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Files &amp; exports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local var/ folder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Storage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355080" y="35204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Product / supplier search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pg_trgm full-text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Vertex AI Search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355080" y="42062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Analytics &amp; insights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CSV export, in-app scorecard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+ Looker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88720"/>
          <a:ext cx="85039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931920"/>
                <a:gridCol w="3108960"/>
              </a:tblGrid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Layer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Prototype (built and running)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 Cloud (production)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Frontend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React 19, TypeScript, Vite, Recharts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 (static) / Firebase Hosting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Backend API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Python 3.12, FastAPI, Pydantic v2, SQLAlchemy 2, Uvicorn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Run, Secret Manager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Generative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LiteLLM via OpenAI SDK (gpt-5.4-mini); schema-validated JSON tasks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on Vertex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Decision engine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NumPy stochastic simulator (FEFO lots); exact multiple-choice knapsack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code; Cloud Run jobs for backtests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Data &amp; search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PostgreSQL 16 in Docker, pg_trgm product/supplier search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PostgreSQL, Vertex AI Search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Analytics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In-app value scorecard, sensitivity, backtest; CSV export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BigQuery (+ BigQuery ML forecast benchmark), Looker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Quality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pytest (80 tests), oxlint, strict TypeScript, LLM call audit log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Build CI, Cloud Logging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320040" y="1188720"/>
          <a:ext cx="53949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188720"/>
              </a:tblGrid>
              <a:tr h="38862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Component (pilot: 1 brand, 30 SKUs)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US$ / month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Run: API + web, scale to zero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 –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PostgreSQL: shared-core, 10 GB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 – 30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on Vertex AI: Flash-class, ~5M input + 0.5M output tokens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&lt;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Storage + Secret Manager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&lt; 1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BigQuery + Looker Studio (within free tiers)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 –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Vertex AI Search (optional)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 – 10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Total running cost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15 – 50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29" name="TextBox 128"/>
          <p:cNvSpPr txBox="1"/>
          <p:nvPr/>
        </p:nvSpPr>
        <p:spPr>
          <a:xfrm>
            <a:off x="320040" y="4389120"/>
            <a:ext cx="539496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Indicative list prices at time of writing; confirm with the Google Cloud Pricing Calculator. Excludes team effort. Per-brand cost falls further on a shared multi-tenant deployment.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897880" y="1188720"/>
            <a:ext cx="2926080" cy="1783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5897880" y="1298448"/>
            <a:ext cx="54864" cy="15636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025896" y="1261872"/>
            <a:ext cx="2724912" cy="16550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Usage assumptions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Daily re-forecast of 30 SKUs (≈900 forecast calls a month).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≈300 plans, 600 messages and 300 what-ifs a month.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 LLM outputs are small: 0.2–2.3k characters per call.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897880" y="3063240"/>
            <a:ext cx="29260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5897880" y="3172968"/>
            <a:ext cx="54864" cy="160934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025896" y="3136392"/>
            <a:ext cx="2724912" cy="17007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Cost vs value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 ₹1.3k–4.4k a month to run (at ₹88 / US$).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₹32.3k simulated loss avoided per 30-day cycle on the demo dataset.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 spend scales with SKUs: roughly US$0.1 per SKU a month.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crop_pl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163193"/>
            <a:ext cx="4160520" cy="173355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2907791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Plan: KPIs and the validated LLM explanation with cited records</a:t>
            </a:r>
          </a:p>
        </p:txBody>
      </p:sp>
      <p:pic>
        <p:nvPicPr>
          <p:cNvPr id="138" name="Picture 137" descr="crop_inbo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260641"/>
            <a:ext cx="4160520" cy="1538653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63440" y="2907791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Inbox: extracted events with verbatim evidence and confirm / reject</a:t>
            </a:r>
          </a:p>
        </p:txBody>
      </p:sp>
      <p:pic>
        <p:nvPicPr>
          <p:cNvPr id="140" name="Picture 139" descr="crop_sk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" y="3065145"/>
            <a:ext cx="4160520" cy="173355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20040" y="4809744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Detail: history plus LLM forecast band reflecting the confirmed ×3 spike</a:t>
            </a:r>
          </a:p>
        </p:txBody>
      </p:sp>
      <p:pic>
        <p:nvPicPr>
          <p:cNvPr id="142" name="Picture 141" descr="crop_scenari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065145"/>
            <a:ext cx="4160520" cy="173355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4663440" y="4809744"/>
            <a:ext cx="4160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Value: recommended plan vs rule baseline, loss breakdown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Chart 143"/>
          <p:cNvGraphicFramePr>
            <a:graphicFrameLocks noGrp="1"/>
          </p:cNvGraphicFramePr>
          <p:nvPr/>
        </p:nvGraphicFramePr>
        <p:xfrm>
          <a:off x="274320" y="1143000"/>
          <a:ext cx="5257800" cy="301752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320040" y="4206240"/>
            <a:ext cx="521208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Both plans start from the same stock and budget and face the same simulated “actual” demand path. Stress cases re-score the plan under shocks it was not told about.</a:t>
            </a:r>
          </a:p>
          <a:p>
            <a:pPr>
              <a:spcAft>
                <a:spcPts val="200"/>
              </a:spcAft>
            </a:pPr>
            <a:r>
              <a:rPr sz="80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Engineering:</a:t>
            </a: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80 automated tests pass · 30/30 seed forecasts passed LLM validation · re-plan in 5.5–7.4 s end-to-end.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669280" y="1161288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5669280" y="125272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788152" y="1197864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₹32.3k  ·  23% lower loss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₹1,07,993 vs ₹1,40,329 for the rule baseline at a ₹50k budget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669280" y="1911095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5669280" y="2002536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788152" y="1947672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−78% expiry write-off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₹5,151 vs ₹23,930: markdowns clear lots before they expire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669280" y="2660904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5669280" y="2752344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788152" y="2697480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Beats baseline in 6 of 6 cases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Base, demand −20%, +5-day delay, SUP-04 +7 d, SKU-019 ×2, ₹30k budget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669280" y="3410712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669280" y="3502152"/>
            <a:ext cx="54864" cy="512064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88152" y="3447288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WAPE 0.258 vs 0.259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 vs seasonal-naive, 14-day hold-out, 10 SKUs: parity, reported honestly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5669280" y="4160520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5669280" y="4251959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788152" y="4197096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18 / 18 LLM outputs validated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Median latency: extraction 1.3 s · scenario 1.4 s · forecast 2.6 s · explanation 6 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32004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805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Product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Multi-warehouse and channel allocation (marketplace vs D2C).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 / WhatsApp connectors and auto-drafted supplier follow-ups.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Shopify, Tally and Zoho integrations for stock and POs.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Learn event multipliers from realised outcomes.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terms advice (MOQ, payment terms, expedite).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20040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20040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32841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Platform on Google Cloud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Deploy API and web on Cloud Run with Cloud SQL and Secret Manager.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on Vertex AI with structured output.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ML forecasts as a second benchmark.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Looker dashboards: realised vs simulated value.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Multi-tenant auth via Identity Platform.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80759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6080759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208775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Validation &amp; go-to-market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Interview 3–5 brand operators; pilot on their real data.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 realised savings against the simulated scorecard.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Start with food, nutrition and personal-care D2C brands in JAPAC.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Pricing hypothesis: monthly subscription per active SKU band.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20040" y="4526280"/>
            <a:ext cx="8503920" cy="3840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Responsible AI: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never sets quantities or money; every output is validated, labelled and logged, and signals need human confirmation.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128016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320040" y="138988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02920" y="1325880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GitHub public repository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[Add GitHub repository URL]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0040" y="2148839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320040" y="225856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02920" y="219455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video (3 minutes)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[Add demo video URL]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20040" y="301752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320040" y="312724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02920" y="306323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Final product link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[Add deployed URL]  ·  runs locally at http://localhost:5173 (see README)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