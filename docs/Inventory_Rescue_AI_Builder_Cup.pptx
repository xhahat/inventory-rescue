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(157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m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157038"/>
            <a:ext cx="4160520" cy="154976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(default): three big buttons; budget, then how to buy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157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