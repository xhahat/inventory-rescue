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0" r:id="rId20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30-day loss at a ₹10 lakh budget (₹ lakh, lower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Static reorder rule</c:v>
                </c:pt>
              </c:strCache>
            </c:strRef>
          </c:tx>
          <c:spPr>
            <a:solidFill>
              <a:srgbClr val="BDC1C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30.59</c:v>
                </c:pt>
                <c:pt idx="1">
                  <c:v>31.91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Tuned reorder rule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28.15</c:v>
                </c:pt>
                <c:pt idx="1">
                  <c:v>29.98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Inventory Rescue plan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26.59</c:v>
                </c:pt>
                <c:pt idx="1">
                  <c:v>28.13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latin typeface="Google Sans Flex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Google Sans Flex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>
          <c:spPr>
            <a:ln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Google Sans Flex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Fantastic Four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Ashish Kumar Singh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Growing food &amp; nutrition brands lose lakhs a month to stockouts and expired stock because supplier delays and demand spikes arrive as unstructured messages, and limited cash forces hard buy / expedite / discount trade-offs.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5669280" y="3017520"/>
            <a:ext cx="32918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20040" y="114300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“With ₹10 lakh available this month, what should we buy, expedite, discount or defer, and when?”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2004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05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problem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Mid-size and large D2C / FMCG brands (₹50 crore+ a year) still plan rescues on spreadsheets, email and WhatsApp.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delays, influencer-driven spikes and expiring lots arrive as unstructured messages.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 is tight, so hero SKUs stock out while slow movers expire and get written off.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20040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2841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 solution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reads the messages (English, Hindi, Hinglish), turns text-only news into forecast adjustments and answers “why / what if” questions with planner tools.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deterministic simulator and optimiser decide quantities and money; every LLM output is validated.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operator confirms signals, picks when to spend and exports POs.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80759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080759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8775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outcome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ranked action list within budget, plus four ways to time the spend (commit now, staggered, reserve, lean).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brand (₹4.3 crore revenue a month):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month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lower simulated loss than a static reorder rule and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₹1.8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than a tuned one, better in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of 120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simulated futures.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Keeping 30% in reserve for weekly reviews: a further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₹0.9–1.1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 9–10 of 10 futures.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" y="457200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Target users: supply-chain and operations teams of mid-size to large FMCG / D2C brands across JAPAC.  All values are simulated on seeded data and will be validated in pilots.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32004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805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is it different from existing ideas?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apps / ERPs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track stock but use static reorder points and stated lead times, and ignore supplier or campaign messages.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Enterprise demand planners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forecast well but take months to roll out and still ignore the inbox; the rescue decisions happen in spreadsheets.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Generic AI chatbots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give advice without arithmetic and can invent numbers.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pairs LLM understanding with budget-aware optimisation and a built-in proof of value.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20040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2841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will it solve the problem?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Turns messages into typed events with verbatim evidence; a human confirms.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forecasts: a statistical base, with the LLM tuning event effects that only exist as text.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history gives early / typical / late arrival cases.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Picks the best action mix under one cash budget, tests it on 120 simulated futures and shows when to spend.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80759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080759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08775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cash budget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across buy, expedite, markdown and defer, and over time (staggered buys).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 by design: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proposes, code validates; every number in an answer is checked.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Measured, not claimed: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extraction gold set, forecast backtest, Monte Carlo, rule baselines.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Built on Google Cloud: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Gemini on Vertex AI, Cloud Run, Firebase Hosting, Firestore, Cloud SQL.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20040" y="438912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now:</a:t>
            </a:r>
            <a:r>
              <a:rPr sz="9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LLMs can finally read messy supplier and campaign messages well enough, when wrapped in validation, to feed real planning maths, and run it on pay-per-use cloud for a fraction of what it saves.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20040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11479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3192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Emails, WhatsApp notes, Hindi/Hinglish → typed delay, spike, drop and expiry events with verbatim quotes. A human confirms each one.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039112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039112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130552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50592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12264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 (Holt-Winters / Croston). The LLM tunes event effects within bounds, including news that exists only as text.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758184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3758184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849624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69664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31336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“why” or “what if” in plain language. The model calls 10 read-only planner tools; every number is checked.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477256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5477256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568696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888736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explanations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50408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narrative and what-if parsing that may only use numbers and IDs from the plan; else a labelled template.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196328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196328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287768" y="137160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07808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Supply &amp; service level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269480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cases (early / typical / late); hero SKUs carry a goodwill penalty per unit short.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11479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1520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Budgeted planner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93192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Buy, expedite, markdown (with cannibalisation) or defer; an exact knapsack picks the best set under the cash budget.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039112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2039112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130552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450592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12264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Commit now, staggered buys, keep a reserve or lean, compared with weekly re-planning in calm and shocked futures.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58184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758184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849624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69664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 &amp; proof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831336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Monte Carlo futures vs static and tuned reorder rules; budget frontier; forecast backtest.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77256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77256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568696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88736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Overrides &amp; plan diff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550408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Edit quantities or skip lines; the plan is re-scored within budget and each re-plan lists what changed.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196328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196328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287768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607808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69480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Alerts for stockout, expiry, overstock and suppliers; approve to export PO and markdown CSVs.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0040" y="4754880"/>
            <a:ext cx="8503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Blue = generative AI · Green = deterministic engine · Orange = operator workflow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2004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2700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Ingest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Messages, sales CSV, POs, lots, receipts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004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Size limits; a CSV is rejected if any row is invalid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41274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559052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LLM: delay · spike · drop · expiry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59052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Schema, known SKUs and verbatim-quote checks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2651760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798064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review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 or reject each event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98064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Only confirmed events change forecasts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3890772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4037075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base; LLM tunes event effects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37075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Bounded multipliers with stated drivers; else statistical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5129783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276088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 &amp; optimise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Knapsack under budget; 4 timing options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76088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Deterministic; the LLM never sets quantities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6368796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51510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Explain &amp; stress-test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Cited narrative; 120 simulated futures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1510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Numbers and IDs must exist in the plan JSON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760780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754111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 and markdown CSVs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54111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Every LLM call is logged with an input hash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(validated)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46888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 w="952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1576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engine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61772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86460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in the loop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6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01344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 ingestion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0040" y="3611880"/>
            <a:ext cx="8503920" cy="5486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↻  Weekly reviews (days 0 / 7 / 14 / 21):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realised sales re-forecast → remaining and scheduled cash re-planned → staggered tranches re-confirmed, resized or redirected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20040" y="4251960"/>
            <a:ext cx="8503920" cy="5943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the assistant: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“What if SUP-04 slips another week?” → the model calls read-only planner and simulator tools → answer with a tool trace; every number checked against tool 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2004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2004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79" y="1508760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 ₹ [10,00,000]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691639" y="1508760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1147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57250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Loss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30301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Savings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74878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Risk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79" y="2240280"/>
            <a:ext cx="178308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this plan  ✓ LLM (validated)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6344" y="2487168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466344" y="2606039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466344" y="2724911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66344" y="2843784"/>
            <a:ext cx="139903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1479" y="308152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Ranked actions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79" y="3337560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0119" y="3291840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463039" y="3337560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411479" y="3511296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960119" y="3465576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463039" y="3511296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11479" y="3685032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60119" y="3639312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markdown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463039" y="3685032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11479" y="3858768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960119" y="3813048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defer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463039" y="3858768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1280160" y="403250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 CSVs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004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Decide &amp; approve</a:t>
            </a:r>
          </a:p>
        </p:txBody>
      </p:sp>
      <p:sp>
        <p:nvSpPr>
          <p:cNvPr id="132" name="Right Arrow 131"/>
          <p:cNvSpPr/>
          <p:nvPr/>
        </p:nvSpPr>
        <p:spPr>
          <a:xfrm>
            <a:off x="231343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249905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249905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5904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delay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0476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spike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5048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expiry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590495" y="1764792"/>
            <a:ext cx="17830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9AA0A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Paste supplier / campaign message…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590495" y="2423160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590495" y="2715768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EV-2  Demand spike ×3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“…expect roughly 3x demand…”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636215" y="3127248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39135" y="3127248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590495" y="3429000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EV-1  Supplier delay +9 d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“…will be delayed by 9 days.”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36215" y="3840480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139135" y="384048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9905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Capture signals</a:t>
            </a:r>
          </a:p>
        </p:txBody>
      </p:sp>
      <p:sp>
        <p:nvSpPr>
          <p:cNvPr id="147" name="Right Arrow 146"/>
          <p:cNvSpPr/>
          <p:nvPr/>
        </p:nvSpPr>
        <p:spPr>
          <a:xfrm>
            <a:off x="4492447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67807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467807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69510" y="1508760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SKU-019 · Peanut Butter 1kg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769510" y="1737360"/>
            <a:ext cx="178308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5875019" y="1920240"/>
            <a:ext cx="534924" cy="777240"/>
          </a:xfrm>
          <a:prstGeom prst="roundRect">
            <a:avLst>
              <a:gd name="adj" fmla="val 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842662" y="2468880"/>
            <a:ext cx="91440" cy="27432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025542" y="2331720"/>
            <a:ext cx="91440" cy="41148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5208422" y="2514600"/>
            <a:ext cx="91440" cy="2286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391302" y="2286000"/>
            <a:ext cx="91440" cy="4572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574182" y="2423160"/>
            <a:ext cx="91440" cy="32004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5757062" y="2377440"/>
            <a:ext cx="91440" cy="36576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839358" y="1755648"/>
            <a:ext cx="7132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5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band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769510" y="289864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drivers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769510" y="3118104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4769510" y="3227832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69510" y="3337560"/>
            <a:ext cx="13258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4769510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Lots &amp; expiry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688482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metrics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67807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Inspect a SKU</a:t>
            </a:r>
          </a:p>
        </p:txBody>
      </p:sp>
      <p:sp>
        <p:nvSpPr>
          <p:cNvPr id="167" name="Right Arrow 166"/>
          <p:cNvSpPr/>
          <p:nvPr/>
        </p:nvSpPr>
        <p:spPr>
          <a:xfrm>
            <a:off x="667146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85708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85708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948525" y="1508760"/>
            <a:ext cx="1325880" cy="182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if SUP-04 delays 7 days?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32012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948525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Current plan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867497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Adapted plan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6948525" y="2331720"/>
            <a:ext cx="178308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Scorecard vs baseline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222845" y="2606039"/>
            <a:ext cx="411480" cy="640080"/>
          </a:xfrm>
          <a:prstGeom prst="roundRect">
            <a:avLst>
              <a:gd name="adj" fmla="val 3000"/>
            </a:avLst>
          </a:prstGeom>
          <a:solidFill>
            <a:srgbClr val="F2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7954365" y="2807208"/>
            <a:ext cx="411480" cy="438912"/>
          </a:xfrm>
          <a:prstGeom prst="roundRect">
            <a:avLst>
              <a:gd name="adj" fmla="val 3000"/>
            </a:avLst>
          </a:prstGeom>
          <a:solidFill>
            <a:srgbClr val="81C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948525" y="3410712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Sensitivity · Backtest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948525" y="3639312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6948525" y="3758184"/>
            <a:ext cx="150876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6948525" y="3877056"/>
            <a:ext cx="123444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7954365" y="4032504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 backtest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708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Stress-test value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Ops manager / founder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</a:t>
            </a:r>
          </a:p>
        </p:txBody>
      </p:sp>
      <p:sp>
        <p:nvSpPr>
          <p:cNvPr id="113" name="Down Arrow 112"/>
          <p:cNvSpPr/>
          <p:nvPr/>
        </p:nvSpPr>
        <p:spPr>
          <a:xfrm>
            <a:off x="941832" y="1801368"/>
            <a:ext cx="182880" cy="256032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103120"/>
            <a:ext cx="14173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+ TypeScript SPA</a:t>
            </a:r>
          </a:p>
          <a:p>
            <a:pPr algn="ctr">
              <a:spcAft>
                <a:spcPts val="6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Vite · Recharts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Simple view (3D landing)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Activity</a:t>
            </a:r>
          </a:p>
          <a:p>
            <a:pPr>
              <a:spcAft>
                <a:spcPts val="200"/>
              </a:spcAft>
            </a:pPr>
            <a:r>
              <a:rPr sz="4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GCP: Firebase Hosting CDN, /api rewritten to Cloud Run</a:t>
            </a:r>
          </a:p>
        </p:txBody>
      </p:sp>
      <p:sp>
        <p:nvSpPr>
          <p:cNvPr id="115" name="Left-Right Arrow 114"/>
          <p:cNvSpPr/>
          <p:nvPr/>
        </p:nvSpPr>
        <p:spPr>
          <a:xfrm>
            <a:off x="1755648" y="3291840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700784" y="3474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REST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011680" y="118872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8F9FA"/>
          </a:solidFill>
          <a:ln w="9525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103120" y="1216152"/>
            <a:ext cx="3886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backend (Python 3.12)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 ·   GCP: Cloud Run + Secret Manager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03120" y="1481328"/>
            <a:ext cx="388620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API routes · background jobs · alerts · audit log · activity journal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3120" y="1828800"/>
            <a:ext cx="3886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decision engine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103120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 (Holt-Winters / Croston)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10711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 (FEFO lots, delay cases)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Planner (multi-choice knapsack)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103120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 &amp; weekly re-plan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410711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Monte Carlo robustness &amp; baselines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18304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Scenarios, frontier &amp; backtest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103120" y="3044952"/>
            <a:ext cx="3886200" cy="1709928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176272" y="307238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layer: Gemini API (AI Studio key) or Gemini on Vertex AI</a:t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JSON tasks with schema validation and one repair retry · tool-calling agent · cache · call log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176272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extraction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verbatim evidence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069079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event tuning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multipliers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76272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11 tools, numbers checked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069079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Explanation &amp; what-if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new numbers</a:t>
            </a:r>
          </a:p>
        </p:txBody>
      </p:sp>
      <p:sp>
        <p:nvSpPr>
          <p:cNvPr id="133" name="Left-Right Arrow 132"/>
          <p:cNvSpPr/>
          <p:nvPr/>
        </p:nvSpPr>
        <p:spPr>
          <a:xfrm>
            <a:off x="6099048" y="2990088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55080" y="118872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Adapters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(local  ➜  Google Cloud)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355080" y="1463040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API (AI Studio key)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 key / Vertex AI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355080" y="2029968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Operational DB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SQLite file (no server)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SQL for PostgreSQL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55080" y="2596896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Files, uploads &amp; exports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var/ folder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Storage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355080" y="3163824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Activity journal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JSONL file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55080" y="3730752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Hosting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uvicorn + Vite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Firebase Hosting + Cloud Run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355080" y="4297680"/>
            <a:ext cx="246888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Build &amp; deploy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deploy.sh (gcloud CLI)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Build + Artifact Registry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  <a:gridCol w="3108960"/>
              </a:tblGrid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Layer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Prototype (built and running)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 Cloud (production)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Frontend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React 19, TypeScript, Vite, Recharts, three.js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Firebase Hosting (CDN), /api rewritten to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Backend API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Python 3.12, FastAPI, Pydantic v2, SQLAlchemy 2, Uvicorn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Run, Secret Manager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Generative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google-genai, gemini-3.5-flash-lite via the Gemini API or Vertex AI; validated JSON tasks; tool-calling assistant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API (key in Secret Manager) or Gemini on Vertex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Decision engine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Holt-Winters and Croston/SBA in NumPy; stochastic simulator; exact knapsack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code in Cloud Run (CPU always allocated)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Data &amp; files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SQLite (no database server); local folder for uploads, exports, forecast cache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PostgreSQL, Cloud Storage, Firestore (activity journal)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Evaluation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gold set, rolling backtest, Monte Carlo, rule baselines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jobs; CSV exports ready for BigQuery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Quality &amp; delivery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pytest (162 tests), oxlint, strict TypeScript, LLM call log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Build → Artifact Registry →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88720"/>
          <a:ext cx="5394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188720"/>
              </a:tblGrid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Component (one brand, production sizing)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US$ / month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Run: API + UI, 2 vCPU / 2 GiB, one always-on instance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90 – 105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 16: db-g1-small, 10 GB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25 – 40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3.5 Flash-Lite (Gemini API): ~10M input + 1M output tokens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 – 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Storage, Secret Manager, Artifact Registry, Cloud Build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3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Firestore journal + Firebase Hosting (free tier at this volume)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Total running cost, single tenant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120 – 160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Lean pilot: 1 vCPU / 1 GiB, background jobs on Cloud Tasks, scale to zero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35 – 55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20040" y="4251960"/>
            <a:ext cx="539496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Indicative list prices (asia-south1); confirm with the Google Cloud Pricing Calculator. Excludes team effort. Cost does not grow with revenue: a 300-SKU catalogue adds roughly US$ 50–90 of Gemini calls a month on the same servers. Smaller brands can share one multi-tenant deployment.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897880" y="1188720"/>
            <a:ext cx="2926080" cy="1783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5897880" y="1298448"/>
            <a:ext cx="54864" cy="15636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025896" y="1261872"/>
            <a:ext cx="2724912" cy="1655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Usage assumptions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Daily re-forecast of 30 SKUs (≈900 forecast calls a month).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≈300 plans, 600 messages and 1,000 assistant questions a month.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LLM outputs are small: 0.2–2.3k characters per call.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897880" y="3063240"/>
            <a:ext cx="2926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897880" y="3172968"/>
            <a:ext cx="54864" cy="160934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25896" y="3136392"/>
            <a:ext cx="2724912" cy="17007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vs value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Dedicated deployment ≈ ₹10.5k–14k a month (at ₹88 / US$).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loss avoided for the demo brand (₹4.3 crore revenue a month): ₹1.6–4.0 lakh a month.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 11–38× the running cost. At a twentieth of this size (≈ ₹2.6 crore a year) a dedicated instance only breaks even, so small brands should share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rop_0_n_lan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256" y="1097280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524256" y="2587751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 Opens on a 3D warehouse: what is at risk, in one line.</a:t>
            </a:r>
          </a:p>
        </p:txBody>
      </p:sp>
      <p:pic>
        <p:nvPicPr>
          <p:cNvPr id="138" name="Picture 137" descr="crop_1_n_mess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1520" y="1097280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3271520" y="2587751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 Read a message: Gemini quotes the line it used; you say yes or no.</a:t>
            </a:r>
          </a:p>
        </p:txBody>
      </p:sp>
      <p:pic>
        <p:nvPicPr>
          <p:cNvPr id="140" name="Picture 139" descr="crop_2_n_choic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8784" y="1097280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18784" y="2587751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 Type a budget; choose how to buy and how much to keep aside.</a:t>
            </a:r>
          </a:p>
        </p:txBody>
      </p:sp>
      <p:pic>
        <p:nvPicPr>
          <p:cNvPr id="142" name="Picture 141" descr="crop_3_n_resul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256" y="2871216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524256" y="4361688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 A plain to-do list: what to buy, by when, and the saving.</a:t>
            </a:r>
          </a:p>
        </p:txBody>
      </p:sp>
      <p:pic>
        <p:nvPicPr>
          <p:cNvPr id="144" name="Picture 143" descr="crop_4_n_as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71520" y="2871216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3271520" y="4361688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5. Ask in your own words; Gemini answers from checked numbers.</a:t>
            </a:r>
          </a:p>
        </p:txBody>
      </p:sp>
      <p:pic>
        <p:nvPicPr>
          <p:cNvPr id="146" name="Picture 145" descr="crop_5_n_advanc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18784" y="2871216"/>
            <a:ext cx="2600960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6018784" y="4361688"/>
            <a:ext cx="2600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6. Advanced view: every number in the plan, with its evidence.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0040" y="4681728"/>
            <a:ext cx="8503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Simple view is the default: a short 3D landing page, then three big buttons. Charts, robustness tests and scenarios stay one click away in the Advanced view.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43000"/>
          <a:ext cx="5257800" cy="301752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4206240"/>
            <a:ext cx="521208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policy starts from the same stock and budget and faces the same simulated demand and supplier delays. Fill rate 89.7% vs 88.6–88.8% for the rules; hero-SKU fill 80.3% vs 75.2%.</a:t>
            </a:r>
          </a:p>
          <a:p>
            <a:pPr>
              <a:spcAft>
                <a:spcPts val="200"/>
              </a:spcAft>
            </a:pPr>
            <a:r>
              <a:rPr sz="8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Engineering:</a:t>
            </a: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162 automated tests pass · 30 / 30 seed forecasts passed LLM validation · every LLM call logged with its status.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0" y="1161288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669280" y="125272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788152" y="1197864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₹1.8 lakh a month lower loss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Mean vs static / tuned reorder rule; better in 120 of 120 futures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669280" y="1911095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669280" y="2002536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88152" y="1947672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30% reserve: ₹0.9–1.1 lakh further gain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Re-planned at weekly reviews; better in 10 / 10 calm and 9 / 10 shocked futures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669280" y="2660904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669280" y="2752344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788152" y="2697480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Extraction F1 0.97 vs 0.65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 + validators vs keyword rules, 40 labelled messages; plans from LLM signals keep 100% of the gold-signal gain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669280" y="3410712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669280" y="3502152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88152" y="3447288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WAPE 21.5% vs 23.0%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vs statistical, 1,050 points (22.2% vs 23.9% on 16 text-only series)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669280" y="4160520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5669280" y="4251959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788152" y="4197096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Assistant: 6 / 6 answers number-checked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 on the first try, 1 after one repair; 3–10 s each (gemini-3.5-flash-lite)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2004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805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Product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Multi-warehouse and channel allocation (marketplace vs D2C).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 / WhatsApp connectors and auto-drafted supplier follow-ups.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SAP, Unicommerce and Shopify connectors for stock and POs.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for signal uncertainty: one misread day can move ₹1 lakh.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Learn event multipliers from realised outcomes.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20040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20040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32841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Platform on Google Cloud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today on Cloud Run, Cloud SQL, Firestore and Firebase Hosting; next: HA and per-tenant data.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Benchmark larger Gemini models on a paid key; route each task to its best model.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Background jobs on Cloud Tasks; multi-tenant auth via Identity Platform.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ML forecasts as a second benchmark; Looker dashboards.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80759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6080759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08775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Validation &amp; go-to-market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Pilot with 2–3 mid-size FMCG / D2C brands on their real data.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realised savings against the simulated scorecard.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Grow the gold set with real, operator-labelled messages.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Pricing: subscription per SKU band, well below the savings.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4526280"/>
            <a:ext cx="8503920" cy="3840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Responsible AI: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never sets quantities or money; every output is validated, labelled and logged, and signals need human confirmation.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128016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320040" y="138988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2920" y="1325880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https://github.com/Xhahat/inventory-rescue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040" y="2148839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20040" y="225856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2920" y="219455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(3.5 minutes)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demo video URL]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0040" y="301752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320040" y="312724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2920" y="306323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https://inventory-rescue-511705.web.app  ·  Firebase Hosting + Cloud Run (asia-south1)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Gemini in the loop: what gemini-3.5-flash-lite adds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143000"/>
          <a:ext cx="8503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331720"/>
                <a:gridCol w="1828800"/>
                <a:gridCol w="2103120"/>
              </a:tblGrid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Task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With Gemini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Without the LLM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Guardrail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Read inbox messages into signals (40 labelled: email, WhatsApp, Hindi)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F1 0.97; 95% of messages fully correct; 0 invented events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Keyword rules: F1 0.65; 57.5% correct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Evidence quote must appear verbatim; SKU, date and quantity checked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Use those signals in a ₹10 lakh plan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 of the perfect-information gain (actual month and 40 worlds)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Hand-labelled signals = 100%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 person confirms each signal before it is used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Tune event effects in the forecast (25 SKUs, 1,050 points)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WAPE 21.5%; P10–P90 coverage 76%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Statistical 23.0% / 75%; seasonal naive 24.1%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75/75 outputs passed validation; else statistical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Events known only from text (16 series)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WAPE 22.2%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Statistical 23.9%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validators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Planning assistant with tool calls (6 questions)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answers number-checked (5 first try); median 4.0 s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Labelled summary of the tool results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Every number must come from a tool result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160520"/>
            <a:ext cx="850392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gemini-3.5-flash-lite: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fast (median assistant answer 4.0 s, tool calls included), every output passes the validators, and it fits the AI Studio free tier (15 requests a minute). Every call is logged with its status; a failed check falls back to a labelled non-LLM result.</a:t>
            </a:r>
          </a:p>
          <a:p>
            <a:pPr>
              <a:spcAft>
                <a:spcPts val="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Next: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larger Gemini models (gemini-3.8-flash) on a billing-enabled key; the free tier allows 20 requests a day and one evaluation run needs about 130. Small sets: 40 messages, 75 forecasts, 6 questions, so gaps under about 0.5 pp WAPE are noise.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